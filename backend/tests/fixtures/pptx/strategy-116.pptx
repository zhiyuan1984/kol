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29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39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49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59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69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79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89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99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107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108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109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110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111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112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113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114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115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slide 116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战略规划与执行 - 页 116</a:t>
            </a:r>
          </a:p>
          <a:p>
            <a:r>
              <a:t>Planning to execution, goals and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